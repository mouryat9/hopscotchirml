
<file path=[Content_Types].xml><?xml version="1.0" encoding="utf-8"?>
<Types xmlns="http://schemas.openxmlformats.org/package/2006/content-types"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3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2.xml"/><Relationship Id="rId4" Type="http://schemas.openxmlformats.org/officeDocument/2006/relationships/slideMaster" Target="slideMasters/slide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3e3bd419d_0_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3e3bd419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6347c6fb46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6347c6fb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6347c6fb46_0_59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6347c6fb4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678462" y="529318"/>
            <a:ext cx="3769500" cy="4800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Literature Review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6545075" y="524250"/>
            <a:ext cx="2451600" cy="2669050"/>
            <a:chOff x="6545075" y="67050"/>
            <a:chExt cx="2451600" cy="2669050"/>
          </a:xfrm>
        </p:grpSpPr>
        <p:sp>
          <p:nvSpPr>
            <p:cNvPr id="56" name="Google Shape;56;p13"/>
            <p:cNvSpPr/>
            <p:nvPr/>
          </p:nvSpPr>
          <p:spPr>
            <a:xfrm>
              <a:off x="6545075" y="67050"/>
              <a:ext cx="2451600" cy="480000"/>
            </a:xfrm>
            <a:prstGeom prst="roundRect">
              <a:avLst>
                <a:gd fmla="val 16667" name="adj"/>
              </a:avLst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dk1"/>
                  </a:solidFill>
                </a:rPr>
                <a:t>Theoretical Frameworks</a:t>
              </a:r>
              <a:endParaRPr b="1" sz="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6545075" y="336400"/>
              <a:ext cx="2451600" cy="2399700"/>
            </a:xfrm>
            <a:prstGeom prst="rect">
              <a:avLst/>
            </a:prstGeom>
            <a:solidFill>
              <a:srgbClr val="F9CB9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" name="Google Shape;58;p13"/>
          <p:cNvGrpSpPr/>
          <p:nvPr/>
        </p:nvGrpSpPr>
        <p:grpSpPr>
          <a:xfrm>
            <a:off x="121821" y="4615700"/>
            <a:ext cx="2453942" cy="1000625"/>
            <a:chOff x="121825" y="4615700"/>
            <a:chExt cx="2204403" cy="1000625"/>
          </a:xfrm>
        </p:grpSpPr>
        <p:sp>
          <p:nvSpPr>
            <p:cNvPr id="59" name="Google Shape;59;p13"/>
            <p:cNvSpPr/>
            <p:nvPr/>
          </p:nvSpPr>
          <p:spPr>
            <a:xfrm>
              <a:off x="121825" y="4615700"/>
              <a:ext cx="2204400" cy="480000"/>
            </a:xfrm>
            <a:prstGeom prst="roundRect">
              <a:avLst>
                <a:gd fmla="val 16667" name="adj"/>
              </a:avLst>
            </a:prstGeom>
            <a:solidFill>
              <a:srgbClr val="F1C23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800">
                  <a:solidFill>
                    <a:schemeClr val="dk1"/>
                  </a:solidFill>
                </a:rPr>
                <a:t>Identity &amp; Positionality</a:t>
              </a:r>
              <a:endParaRPr b="1" sz="8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121828" y="4879525"/>
              <a:ext cx="2204400" cy="7368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00">
                  <a:solidFill>
                    <a:schemeClr val="dk1"/>
                  </a:solidFill>
                </a:rPr>
                <a:t>&lt;&lt;Describe your positionality and worldview &gt;&gt;</a:t>
              </a:r>
              <a:endParaRPr sz="7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13"/>
          <p:cNvSpPr txBox="1"/>
          <p:nvPr/>
        </p:nvSpPr>
        <p:spPr>
          <a:xfrm>
            <a:off x="3072000" y="1081300"/>
            <a:ext cx="3000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73763"/>
                </a:solidFill>
              </a:rPr>
              <a:t>Conceptual Framework:  &lt;&lt;Name&gt;&gt;</a:t>
            </a:r>
            <a:endParaRPr b="1" sz="900">
              <a:solidFill>
                <a:srgbClr val="073763"/>
              </a:solidFill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3323575" y="4879525"/>
            <a:ext cx="2548500" cy="3090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Research Design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3323575" y="5091450"/>
            <a:ext cx="2548500" cy="524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6573600" y="3286800"/>
            <a:ext cx="2451600" cy="4800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Problem Statement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6573525" y="3535275"/>
            <a:ext cx="2451600" cy="1080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6573638" y="4726875"/>
            <a:ext cx="2451600" cy="4800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Research Questions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6573575" y="4981050"/>
            <a:ext cx="2451600" cy="635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6764025" y="856375"/>
            <a:ext cx="2070600" cy="374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45F06"/>
                </a:solidFill>
              </a:rPr>
              <a:t>&lt;&lt;Theoretical Framework 1&gt;&gt;</a:t>
            </a:r>
            <a:endParaRPr sz="700">
              <a:solidFill>
                <a:srgbClr val="B45F06"/>
              </a:solidFill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6764025" y="1355400"/>
            <a:ext cx="2070600" cy="354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45F06"/>
                </a:solidFill>
              </a:rPr>
              <a:t>&lt;&lt;Theoretical Framework 2&gt;&gt;</a:t>
            </a:r>
            <a:endParaRPr sz="700">
              <a:solidFill>
                <a:srgbClr val="B45F06"/>
              </a:solidFill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6764025" y="1835900"/>
            <a:ext cx="2070600" cy="374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45F06"/>
                </a:solidFill>
              </a:rPr>
              <a:t>&lt;&lt;Theoretical Framework 3&gt;&gt;</a:t>
            </a:r>
            <a:endParaRPr sz="700">
              <a:solidFill>
                <a:srgbClr val="B45F06"/>
              </a:solidFill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6764025" y="2307725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45F06"/>
                </a:solidFill>
              </a:rPr>
              <a:t>&lt;&lt;Theoretical Framework 4&gt;&gt;</a:t>
            </a:r>
            <a:endParaRPr sz="700">
              <a:solidFill>
                <a:srgbClr val="B45F06"/>
              </a:solidFill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6764025" y="2799350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B45F06"/>
                </a:solidFill>
              </a:rPr>
              <a:t>&lt;&lt;Theoretical Framework 5&gt;&gt;</a:t>
            </a:r>
            <a:endParaRPr sz="700">
              <a:solidFill>
                <a:srgbClr val="B45F06"/>
              </a:solidFill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121825" y="524251"/>
            <a:ext cx="2451600" cy="476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Topical Research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121825" y="776850"/>
            <a:ext cx="2451600" cy="23943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280150" y="849400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B5394"/>
                </a:solidFill>
              </a:rPr>
              <a:t>&lt;&lt;Topic 1&gt;&gt;</a:t>
            </a:r>
            <a:endParaRPr sz="700">
              <a:solidFill>
                <a:srgbClr val="0B5394"/>
              </a:solidFill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280150" y="1242225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B5394"/>
                </a:solidFill>
              </a:rPr>
              <a:t>&lt;&lt;Topic 2&gt;&gt;</a:t>
            </a:r>
            <a:endParaRPr sz="700">
              <a:solidFill>
                <a:srgbClr val="0B5394"/>
              </a:solidFill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280150" y="1711250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B5394"/>
                </a:solidFill>
              </a:rPr>
              <a:t>&lt;&lt;Topic 3&gt;&gt;</a:t>
            </a:r>
            <a:endParaRPr sz="700">
              <a:solidFill>
                <a:srgbClr val="0B5394"/>
              </a:solidFill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280150" y="2218825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B5394"/>
                </a:solidFill>
              </a:rPr>
              <a:t>&lt;&lt;Topic 4&gt;&gt;</a:t>
            </a:r>
            <a:endParaRPr sz="700">
              <a:solidFill>
                <a:srgbClr val="0B5394"/>
              </a:solidFill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280150" y="2726400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B5394"/>
                </a:solidFill>
              </a:rPr>
              <a:t>&lt;&lt;Topic 5&gt;&gt;</a:t>
            </a:r>
            <a:endParaRPr sz="700">
              <a:solidFill>
                <a:srgbClr val="0B5394"/>
              </a:solidFill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2678450" y="789950"/>
            <a:ext cx="3769500" cy="570600"/>
          </a:xfrm>
          <a:prstGeom prst="roundRect">
            <a:avLst>
              <a:gd fmla="val 0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Gap/s Found:</a:t>
            </a:r>
            <a:r>
              <a:rPr lang="en" sz="800"/>
              <a:t> </a:t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&lt;&lt;Gap/s found in the review of your topical research&gt;&gt;</a:t>
            </a:r>
            <a:endParaRPr sz="700"/>
          </a:p>
        </p:txBody>
      </p:sp>
      <p:sp>
        <p:nvSpPr>
          <p:cNvPr id="81" name="Google Shape;81;p13"/>
          <p:cNvSpPr/>
          <p:nvPr/>
        </p:nvSpPr>
        <p:spPr>
          <a:xfrm>
            <a:off x="146350" y="3288950"/>
            <a:ext cx="2427000" cy="4800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Personal Interests &amp; Goals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146350" y="3586300"/>
            <a:ext cx="2427000" cy="92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&lt;&lt;Define your Personal Interests and Goals&gt;&gt;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3"/>
          <p:cNvSpPr txBox="1"/>
          <p:nvPr/>
        </p:nvSpPr>
        <p:spPr>
          <a:xfrm>
            <a:off x="1600800" y="26550"/>
            <a:ext cx="5846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73763"/>
                </a:solidFill>
              </a:rPr>
              <a:t>Research Topic: </a:t>
            </a:r>
            <a:r>
              <a:rPr lang="en" sz="900">
                <a:solidFill>
                  <a:srgbClr val="073763"/>
                </a:solidFill>
              </a:rPr>
              <a:t>&lt;&lt;Define your research topic&gt;&gt;</a:t>
            </a:r>
            <a:endParaRPr sz="900">
              <a:solidFill>
                <a:srgbClr val="073763"/>
              </a:solidFill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2486850" y="830500"/>
            <a:ext cx="269100" cy="1746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 rot="5400000">
            <a:off x="8616225" y="4625669"/>
            <a:ext cx="362700" cy="1671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 rot="5400000">
            <a:off x="6720375" y="4625669"/>
            <a:ext cx="362700" cy="1671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 rot="10800000">
            <a:off x="5980125" y="5159100"/>
            <a:ext cx="485400" cy="279300"/>
          </a:xfrm>
          <a:prstGeom prst="chevron">
            <a:avLst>
              <a:gd fmla="val 50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2706975" y="5159100"/>
            <a:ext cx="485400" cy="279300"/>
          </a:xfrm>
          <a:prstGeom prst="chevron">
            <a:avLst>
              <a:gd fmla="val 50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 rot="-5400000">
            <a:off x="216725" y="4537419"/>
            <a:ext cx="362700" cy="1671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 rot="-5400000">
            <a:off x="2149500" y="4567044"/>
            <a:ext cx="362700" cy="1671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 rot="5400000">
            <a:off x="8616225" y="3204206"/>
            <a:ext cx="362700" cy="1671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 rot="5400000">
            <a:off x="6720375" y="3204206"/>
            <a:ext cx="362700" cy="1671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 rot="-5400000">
            <a:off x="212113" y="3188781"/>
            <a:ext cx="362700" cy="1671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 rot="-5400000">
            <a:off x="2144888" y="3218406"/>
            <a:ext cx="362700" cy="1671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0" y="0"/>
            <a:ext cx="1549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73763"/>
                </a:solidFill>
                <a:highlight>
                  <a:srgbClr val="FFFFFF"/>
                </a:highlight>
              </a:rPr>
              <a:t>Email:</a:t>
            </a:r>
            <a:r>
              <a:rPr lang="en" sz="600">
                <a:solidFill>
                  <a:srgbClr val="073763"/>
                </a:solidFill>
                <a:highlight>
                  <a:srgbClr val="FFFFFF"/>
                </a:highlight>
              </a:rPr>
              <a:t> &lt;&lt;email&gt;&gt;</a:t>
            </a:r>
            <a:endParaRPr sz="600">
              <a:solidFill>
                <a:srgbClr val="07376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73763"/>
                </a:solidFill>
                <a:highlight>
                  <a:srgbClr val="FFFFFF"/>
                </a:highlight>
              </a:rPr>
              <a:t>Date:</a:t>
            </a:r>
            <a:r>
              <a:rPr lang="en" sz="600">
                <a:solidFill>
                  <a:srgbClr val="073763"/>
                </a:solidFill>
                <a:highlight>
                  <a:srgbClr val="FFFFFF"/>
                </a:highlight>
              </a:rPr>
              <a:t> &lt;&lt;Timestamp&gt;&gt;</a:t>
            </a:r>
            <a:endParaRPr sz="600">
              <a:solidFill>
                <a:srgbClr val="073763"/>
              </a:solidFill>
              <a:highlight>
                <a:srgbClr val="FFFFFF"/>
              </a:highlight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7325" y="50674"/>
            <a:ext cx="1549355" cy="43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/>
          <p:nvPr/>
        </p:nvSpPr>
        <p:spPr>
          <a:xfrm rot="10800000">
            <a:off x="6388125" y="830500"/>
            <a:ext cx="269100" cy="17460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6580625" y="3527575"/>
            <a:ext cx="2427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38761D"/>
                </a:solidFill>
              </a:rPr>
              <a:t>&lt;&lt;Define your Problem Statement&gt;&gt;</a:t>
            </a:r>
            <a:endParaRPr sz="7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6580625" y="4949700"/>
            <a:ext cx="2427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rgbClr val="38761D"/>
                </a:solidFill>
              </a:rPr>
              <a:t>&lt;&lt;Define your Research Question/s&gt;&gt;</a:t>
            </a:r>
            <a:endParaRPr sz="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3341500" y="5110575"/>
            <a:ext cx="2530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</a:rPr>
              <a:t>&lt;&lt;Define your Research Design&gt;&gt;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9163" y="1412412"/>
            <a:ext cx="3400097" cy="341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5309475" y="600250"/>
            <a:ext cx="3106800" cy="27855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2341925" y="600250"/>
            <a:ext cx="3106800" cy="2785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349525" y="3308050"/>
            <a:ext cx="1466400" cy="230100"/>
          </a:xfrm>
          <a:prstGeom prst="roundRect">
            <a:avLst>
              <a:gd fmla="val 0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Identity &amp; Positionality</a:t>
            </a:r>
            <a:endParaRPr b="1" sz="800"/>
          </a:p>
        </p:txBody>
      </p:sp>
      <p:sp>
        <p:nvSpPr>
          <p:cNvPr id="109" name="Google Shape;109;p14"/>
          <p:cNvSpPr/>
          <p:nvPr/>
        </p:nvSpPr>
        <p:spPr>
          <a:xfrm>
            <a:off x="349525" y="3538158"/>
            <a:ext cx="1466400" cy="1570200"/>
          </a:xfrm>
          <a:prstGeom prst="roundRect">
            <a:avLst>
              <a:gd fmla="val 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&lt;&lt;</a:t>
            </a:r>
            <a:r>
              <a:rPr lang="en" sz="800"/>
              <a:t>Describe your positionality and worldview</a:t>
            </a:r>
            <a:r>
              <a:rPr lang="en" sz="800"/>
              <a:t> &gt;&gt;</a:t>
            </a:r>
            <a:endParaRPr sz="800"/>
          </a:p>
        </p:txBody>
      </p:sp>
      <p:sp>
        <p:nvSpPr>
          <p:cNvPr id="110" name="Google Shape;110;p14"/>
          <p:cNvSpPr/>
          <p:nvPr/>
        </p:nvSpPr>
        <p:spPr>
          <a:xfrm>
            <a:off x="349525" y="720900"/>
            <a:ext cx="1466400" cy="285000"/>
          </a:xfrm>
          <a:prstGeom prst="roundRect">
            <a:avLst>
              <a:gd fmla="val 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Personal Interests &amp; Goals</a:t>
            </a:r>
            <a:endParaRPr b="1" sz="800"/>
          </a:p>
        </p:txBody>
      </p:sp>
      <p:sp>
        <p:nvSpPr>
          <p:cNvPr id="111" name="Google Shape;111;p14"/>
          <p:cNvSpPr/>
          <p:nvPr/>
        </p:nvSpPr>
        <p:spPr>
          <a:xfrm>
            <a:off x="349525" y="1005908"/>
            <a:ext cx="1466400" cy="1570200"/>
          </a:xfrm>
          <a:prstGeom prst="roundRect">
            <a:avLst>
              <a:gd fmla="val 233" name="adj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&lt;&lt;Define your Personal Interests and Goals&gt;&gt;</a:t>
            </a:r>
            <a:endParaRPr sz="800"/>
          </a:p>
        </p:txBody>
      </p:sp>
      <p:sp>
        <p:nvSpPr>
          <p:cNvPr id="112" name="Google Shape;112;p14"/>
          <p:cNvSpPr txBox="1"/>
          <p:nvPr/>
        </p:nvSpPr>
        <p:spPr>
          <a:xfrm>
            <a:off x="76200" y="0"/>
            <a:ext cx="1466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  <a:highlight>
                  <a:srgbClr val="FFFFFF"/>
                </a:highlight>
              </a:rPr>
              <a:t>Email:</a:t>
            </a:r>
            <a:r>
              <a:rPr lang="en" sz="800">
                <a:solidFill>
                  <a:srgbClr val="073763"/>
                </a:solidFill>
                <a:highlight>
                  <a:srgbClr val="FFFFFF"/>
                </a:highlight>
              </a:rPr>
              <a:t> &lt;&lt;email&gt;&gt;</a:t>
            </a:r>
            <a:endParaRPr sz="800">
              <a:solidFill>
                <a:srgbClr val="07376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73763"/>
                </a:solidFill>
                <a:highlight>
                  <a:srgbClr val="FFFFFF"/>
                </a:highlight>
              </a:rPr>
              <a:t>Date:</a:t>
            </a:r>
            <a:r>
              <a:rPr lang="en" sz="800">
                <a:solidFill>
                  <a:srgbClr val="073763"/>
                </a:solidFill>
                <a:highlight>
                  <a:srgbClr val="FFFFFF"/>
                </a:highlight>
              </a:rPr>
              <a:t> &lt;&lt;Timestamp&gt;&gt;</a:t>
            </a:r>
            <a:endParaRPr sz="800">
              <a:solidFill>
                <a:srgbClr val="073763"/>
              </a:solidFill>
              <a:highlight>
                <a:srgbClr val="FFFFFF"/>
              </a:highlight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2341925" y="339900"/>
            <a:ext cx="6074400" cy="2301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Literature Review</a:t>
            </a:r>
            <a:endParaRPr b="1" sz="800"/>
          </a:p>
        </p:txBody>
      </p:sp>
      <p:sp>
        <p:nvSpPr>
          <p:cNvPr id="114" name="Google Shape;114;p14"/>
          <p:cNvSpPr/>
          <p:nvPr/>
        </p:nvSpPr>
        <p:spPr>
          <a:xfrm>
            <a:off x="2384198" y="624900"/>
            <a:ext cx="2070600" cy="230100"/>
          </a:xfrm>
          <a:prstGeom prst="roundRect">
            <a:avLst>
              <a:gd fmla="val 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B5394"/>
                </a:solidFill>
              </a:rPr>
              <a:t>Topical Research</a:t>
            </a:r>
            <a:endParaRPr b="1" sz="800">
              <a:solidFill>
                <a:srgbClr val="0B5394"/>
              </a:solidFill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6301000" y="624900"/>
            <a:ext cx="2070600" cy="230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41B47"/>
                </a:solidFill>
              </a:rPr>
              <a:t>Theoretical Frameworks</a:t>
            </a:r>
            <a:endParaRPr b="1" sz="800">
              <a:solidFill>
                <a:srgbClr val="741B47"/>
              </a:solidFill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2384200" y="944400"/>
            <a:ext cx="2070600" cy="393900"/>
          </a:xfrm>
          <a:prstGeom prst="roundRect">
            <a:avLst>
              <a:gd fmla="val 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B5394"/>
                </a:solidFill>
              </a:rPr>
              <a:t>&lt;&lt;Topic 1&gt;&gt;</a:t>
            </a:r>
            <a:endParaRPr sz="800">
              <a:solidFill>
                <a:srgbClr val="0B5394"/>
              </a:solidFill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2384200" y="1413425"/>
            <a:ext cx="2070600" cy="393900"/>
          </a:xfrm>
          <a:prstGeom prst="roundRect">
            <a:avLst>
              <a:gd fmla="val 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B5394"/>
                </a:solidFill>
              </a:rPr>
              <a:t>&lt;&lt;Topic 2&gt;&gt;</a:t>
            </a:r>
            <a:endParaRPr sz="800">
              <a:solidFill>
                <a:srgbClr val="0B5394"/>
              </a:solidFill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2384200" y="1882450"/>
            <a:ext cx="2070600" cy="393900"/>
          </a:xfrm>
          <a:prstGeom prst="roundRect">
            <a:avLst>
              <a:gd fmla="val 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B5394"/>
                </a:solidFill>
              </a:rPr>
              <a:t>&lt;&lt;Topic 3&gt;&gt;</a:t>
            </a:r>
            <a:endParaRPr sz="800">
              <a:solidFill>
                <a:srgbClr val="0B5394"/>
              </a:solidFill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2384200" y="2390025"/>
            <a:ext cx="2070600" cy="393900"/>
          </a:xfrm>
          <a:prstGeom prst="roundRect">
            <a:avLst>
              <a:gd fmla="val 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B5394"/>
                </a:solidFill>
              </a:rPr>
              <a:t>&lt;&lt;Topic 4&gt;&gt;</a:t>
            </a:r>
            <a:endParaRPr sz="800">
              <a:solidFill>
                <a:srgbClr val="0B5394"/>
              </a:solidFill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2384200" y="2897600"/>
            <a:ext cx="2070600" cy="393900"/>
          </a:xfrm>
          <a:prstGeom prst="roundRect">
            <a:avLst>
              <a:gd fmla="val 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B5394"/>
                </a:solidFill>
              </a:rPr>
              <a:t>&lt;&lt;Topic 5&gt;&gt;</a:t>
            </a:r>
            <a:endParaRPr sz="800">
              <a:solidFill>
                <a:srgbClr val="0B5394"/>
              </a:solidFill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6301000" y="954300"/>
            <a:ext cx="2070600" cy="374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41B47"/>
                </a:solidFill>
              </a:rPr>
              <a:t>&lt;&lt;Theoretical Framework 1&gt;&gt;</a:t>
            </a:r>
            <a:endParaRPr sz="800">
              <a:solidFill>
                <a:srgbClr val="741B47"/>
              </a:solidFill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6301000" y="1453325"/>
            <a:ext cx="2070600" cy="354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41B47"/>
                </a:solidFill>
              </a:rPr>
              <a:t>&lt;&lt;Theoretical Framework 2&gt;&gt;</a:t>
            </a:r>
            <a:endParaRPr sz="800">
              <a:solidFill>
                <a:srgbClr val="741B47"/>
              </a:solidFill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6301000" y="1933825"/>
            <a:ext cx="2070600" cy="374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41B47"/>
                </a:solidFill>
              </a:rPr>
              <a:t>&lt;&lt;Theoretical Framework 3&gt;&gt;</a:t>
            </a:r>
            <a:endParaRPr sz="800">
              <a:solidFill>
                <a:srgbClr val="741B47"/>
              </a:solidFill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6301000" y="2405650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41B47"/>
                </a:solidFill>
              </a:rPr>
              <a:t>&lt;&lt;Theoretical Framework 4&gt;&gt;</a:t>
            </a:r>
            <a:endParaRPr sz="800">
              <a:solidFill>
                <a:srgbClr val="741B47"/>
              </a:solidFill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6301000" y="2897275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41B47"/>
                </a:solidFill>
              </a:rPr>
              <a:t>&lt;&lt;Theoretical Framework 5&gt;&gt;</a:t>
            </a:r>
            <a:endParaRPr sz="800">
              <a:solidFill>
                <a:srgbClr val="741B47"/>
              </a:solidFill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4517475" y="600300"/>
            <a:ext cx="1722000" cy="2785500"/>
          </a:xfrm>
          <a:prstGeom prst="roundRect">
            <a:avLst>
              <a:gd fmla="val 6554" name="adj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Research Topic: </a:t>
            </a:r>
            <a:r>
              <a:rPr lang="en" sz="900">
                <a:solidFill>
                  <a:srgbClr val="FFFFFF"/>
                </a:solidFill>
              </a:rPr>
              <a:t>&lt;&lt;Define your research topic&gt;&gt;</a:t>
            </a:r>
            <a:endParaRPr sz="900">
              <a:solidFill>
                <a:srgbClr val="FFFFFF"/>
              </a:solidFill>
            </a:endParaRPr>
          </a:p>
        </p:txBody>
      </p:sp>
      <p:cxnSp>
        <p:nvCxnSpPr>
          <p:cNvPr id="127" name="Google Shape;127;p14"/>
          <p:cNvCxnSpPr>
            <a:stCxn id="111" idx="2"/>
            <a:endCxn id="108" idx="0"/>
          </p:cNvCxnSpPr>
          <p:nvPr/>
        </p:nvCxnSpPr>
        <p:spPr>
          <a:xfrm flipH="1" rot="-5400000">
            <a:off x="717025" y="2941808"/>
            <a:ext cx="732000" cy="600"/>
          </a:xfrm>
          <a:prstGeom prst="curved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4"/>
          <p:cNvCxnSpPr>
            <a:endCxn id="107" idx="1"/>
          </p:cNvCxnSpPr>
          <p:nvPr/>
        </p:nvCxnSpPr>
        <p:spPr>
          <a:xfrm flipH="1" rot="10800000">
            <a:off x="1088825" y="1993000"/>
            <a:ext cx="1253100" cy="960300"/>
          </a:xfrm>
          <a:prstGeom prst="curvedConnector3">
            <a:avLst>
              <a:gd fmla="val 7202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9" name="Google Shape;129;p14"/>
          <p:cNvSpPr/>
          <p:nvPr/>
        </p:nvSpPr>
        <p:spPr>
          <a:xfrm>
            <a:off x="2341275" y="3521614"/>
            <a:ext cx="6074400" cy="635400"/>
          </a:xfrm>
          <a:prstGeom prst="roundRect">
            <a:avLst>
              <a:gd fmla="val 0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/>
              <a:t>Gap/s Found:</a:t>
            </a:r>
            <a:r>
              <a:rPr lang="en" sz="600"/>
              <a:t>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&lt;&lt;</a:t>
            </a:r>
            <a:r>
              <a:rPr lang="en" sz="600"/>
              <a:t>Gap/s found in the review of your topical research</a:t>
            </a:r>
            <a:r>
              <a:rPr lang="en" sz="600"/>
              <a:t>&gt;&gt;</a:t>
            </a:r>
            <a:endParaRPr sz="600"/>
          </a:p>
        </p:txBody>
      </p:sp>
      <p:sp>
        <p:nvSpPr>
          <p:cNvPr id="130" name="Google Shape;130;p14"/>
          <p:cNvSpPr/>
          <p:nvPr/>
        </p:nvSpPr>
        <p:spPr>
          <a:xfrm>
            <a:off x="2341925" y="4295921"/>
            <a:ext cx="6074400" cy="635400"/>
          </a:xfrm>
          <a:prstGeom prst="roundRect">
            <a:avLst>
              <a:gd fmla="val 0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/>
              <a:t>Problem Statement:</a:t>
            </a:r>
            <a:r>
              <a:rPr lang="en" sz="600"/>
              <a:t>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&lt;&lt;Define your Problem Statement&gt;&gt;</a:t>
            </a:r>
            <a:endParaRPr sz="600"/>
          </a:p>
        </p:txBody>
      </p:sp>
      <p:cxnSp>
        <p:nvCxnSpPr>
          <p:cNvPr id="131" name="Google Shape;131;p14"/>
          <p:cNvCxnSpPr>
            <a:stCxn id="126" idx="2"/>
            <a:endCxn id="129" idx="0"/>
          </p:cNvCxnSpPr>
          <p:nvPr/>
        </p:nvCxnSpPr>
        <p:spPr>
          <a:xfrm flipH="1" rot="-5400000">
            <a:off x="5310825" y="3453450"/>
            <a:ext cx="135900" cy="600"/>
          </a:xfrm>
          <a:prstGeom prst="curvedConnector3">
            <a:avLst>
              <a:gd fmla="val 4995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2" name="Google Shape;132;p14"/>
          <p:cNvSpPr txBox="1"/>
          <p:nvPr/>
        </p:nvSpPr>
        <p:spPr>
          <a:xfrm>
            <a:off x="3809225" y="30350"/>
            <a:ext cx="3000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73763"/>
                </a:solidFill>
              </a:rPr>
              <a:t>Conceptual Framework:  &lt;&lt;Name&gt;&gt;</a:t>
            </a:r>
            <a:endParaRPr b="1" sz="900">
              <a:solidFill>
                <a:srgbClr val="073763"/>
              </a:solidFill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2341275" y="5017925"/>
            <a:ext cx="2935800" cy="635400"/>
          </a:xfrm>
          <a:prstGeom prst="roundRect">
            <a:avLst>
              <a:gd fmla="val 0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34" name="Google Shape;134;p14"/>
          <p:cNvSpPr/>
          <p:nvPr/>
        </p:nvSpPr>
        <p:spPr>
          <a:xfrm>
            <a:off x="5479875" y="5017925"/>
            <a:ext cx="2935800" cy="635400"/>
          </a:xfrm>
          <a:prstGeom prst="roundRect">
            <a:avLst>
              <a:gd fmla="val 0" name="adj"/>
            </a:avLst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/>
              <a:t>Research Design</a:t>
            </a:r>
            <a:r>
              <a:rPr b="1" lang="en" sz="600"/>
              <a:t>:</a:t>
            </a:r>
            <a:r>
              <a:rPr lang="en" sz="600"/>
              <a:t> </a:t>
            </a:r>
            <a:endParaRPr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&lt;&lt;Define your Research Design&gt;&gt;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cxnSp>
        <p:nvCxnSpPr>
          <p:cNvPr id="135" name="Google Shape;135;p14"/>
          <p:cNvCxnSpPr>
            <a:stCxn id="129" idx="2"/>
            <a:endCxn id="130" idx="0"/>
          </p:cNvCxnSpPr>
          <p:nvPr/>
        </p:nvCxnSpPr>
        <p:spPr>
          <a:xfrm flipH="1" rot="-5400000">
            <a:off x="5309325" y="4226164"/>
            <a:ext cx="138900" cy="6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6" name="Google Shape;136;p14"/>
          <p:cNvCxnSpPr>
            <a:stCxn id="130" idx="2"/>
            <a:endCxn id="133" idx="0"/>
          </p:cNvCxnSpPr>
          <p:nvPr/>
        </p:nvCxnSpPr>
        <p:spPr>
          <a:xfrm rot="5400000">
            <a:off x="4550825" y="4189721"/>
            <a:ext cx="86700" cy="1569900"/>
          </a:xfrm>
          <a:prstGeom prst="curvedConnector3">
            <a:avLst>
              <a:gd fmla="val 4996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7" name="Google Shape;137;p14"/>
          <p:cNvCxnSpPr>
            <a:stCxn id="133" idx="3"/>
            <a:endCxn id="134" idx="1"/>
          </p:cNvCxnSpPr>
          <p:nvPr/>
        </p:nvCxnSpPr>
        <p:spPr>
          <a:xfrm>
            <a:off x="5277075" y="5335625"/>
            <a:ext cx="202800" cy="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38" name="Google Shape;13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050" y="5246624"/>
            <a:ext cx="1549355" cy="43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4"/>
          <p:cNvSpPr txBox="1"/>
          <p:nvPr/>
        </p:nvSpPr>
        <p:spPr>
          <a:xfrm>
            <a:off x="2345575" y="5032150"/>
            <a:ext cx="29358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00">
                <a:solidFill>
                  <a:schemeClr val="dk1"/>
                </a:solidFill>
              </a:rPr>
              <a:t>Research Questions:</a:t>
            </a:r>
            <a:r>
              <a:rPr lang="en" sz="600">
                <a:solidFill>
                  <a:schemeClr val="dk1"/>
                </a:solidFill>
              </a:rPr>
              <a:t> 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&lt;&lt;Define your Research Question/s&gt;&gt;</a:t>
            </a:r>
            <a:endParaRPr sz="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/>
          <p:nvPr/>
        </p:nvSpPr>
        <p:spPr>
          <a:xfrm>
            <a:off x="5206150" y="1389575"/>
            <a:ext cx="3951400" cy="4325425"/>
          </a:xfrm>
          <a:custGeom>
            <a:rect b="b" l="l" r="r" t="t"/>
            <a:pathLst>
              <a:path extrusionOk="0" h="173017" w="158056">
                <a:moveTo>
                  <a:pt x="14449" y="52393"/>
                </a:moveTo>
                <a:lnTo>
                  <a:pt x="158056" y="0"/>
                </a:lnTo>
                <a:lnTo>
                  <a:pt x="157833" y="172790"/>
                </a:lnTo>
                <a:lnTo>
                  <a:pt x="99471" y="173017"/>
                </a:lnTo>
                <a:lnTo>
                  <a:pt x="0" y="92751"/>
                </a:lnTo>
                <a:close/>
              </a:path>
            </a:pathLst>
          </a:custGeom>
          <a:solidFill>
            <a:srgbClr val="6AA84F"/>
          </a:solidFill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5" name="Google Shape;145;p15"/>
          <p:cNvSpPr/>
          <p:nvPr/>
        </p:nvSpPr>
        <p:spPr>
          <a:xfrm>
            <a:off x="5101775" y="3177900"/>
            <a:ext cx="4046225" cy="2541925"/>
          </a:xfrm>
          <a:custGeom>
            <a:rect b="b" l="l" r="r" t="t"/>
            <a:pathLst>
              <a:path extrusionOk="0" h="101677" w="161849">
                <a:moveTo>
                  <a:pt x="0" y="21107"/>
                </a:moveTo>
                <a:lnTo>
                  <a:pt x="102976" y="101677"/>
                </a:lnTo>
                <a:lnTo>
                  <a:pt x="161689" y="101677"/>
                </a:lnTo>
                <a:lnTo>
                  <a:pt x="161849" y="28878"/>
                </a:lnTo>
                <a:lnTo>
                  <a:pt x="7734" y="0"/>
                </a:lnTo>
                <a:close/>
              </a:path>
            </a:pathLst>
          </a:custGeom>
          <a:solidFill>
            <a:schemeClr val="accent5"/>
          </a:solidFill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6" name="Google Shape;146;p15"/>
          <p:cNvSpPr/>
          <p:nvPr/>
        </p:nvSpPr>
        <p:spPr>
          <a:xfrm flipH="1">
            <a:off x="-62" y="1389575"/>
            <a:ext cx="4027662" cy="4325425"/>
          </a:xfrm>
          <a:custGeom>
            <a:rect b="b" l="l" r="r" t="t"/>
            <a:pathLst>
              <a:path extrusionOk="0" h="173017" w="158056">
                <a:moveTo>
                  <a:pt x="14170" y="52206"/>
                </a:moveTo>
                <a:lnTo>
                  <a:pt x="158056" y="0"/>
                </a:lnTo>
                <a:lnTo>
                  <a:pt x="157833" y="172790"/>
                </a:lnTo>
                <a:lnTo>
                  <a:pt x="99471" y="173017"/>
                </a:lnTo>
                <a:lnTo>
                  <a:pt x="0" y="92751"/>
                </a:lnTo>
                <a:close/>
              </a:path>
            </a:pathLst>
          </a:custGeom>
          <a:solidFill>
            <a:srgbClr val="F1C232"/>
          </a:solidFill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7" name="Google Shape;147;p15"/>
          <p:cNvSpPr/>
          <p:nvPr/>
        </p:nvSpPr>
        <p:spPr>
          <a:xfrm>
            <a:off x="-12125" y="3139800"/>
            <a:ext cx="4042225" cy="2580025"/>
          </a:xfrm>
          <a:custGeom>
            <a:rect b="b" l="l" r="r" t="t"/>
            <a:pathLst>
              <a:path extrusionOk="0" h="103201" w="161689">
                <a:moveTo>
                  <a:pt x="161689" y="22631"/>
                </a:moveTo>
                <a:lnTo>
                  <a:pt x="58713" y="103201"/>
                </a:lnTo>
                <a:lnTo>
                  <a:pt x="0" y="103201"/>
                </a:lnTo>
                <a:lnTo>
                  <a:pt x="670" y="30201"/>
                </a:lnTo>
                <a:lnTo>
                  <a:pt x="155712" y="0"/>
                </a:lnTo>
                <a:close/>
              </a:path>
            </a:pathLst>
          </a:custGeom>
          <a:solidFill>
            <a:srgbClr val="7F6000"/>
          </a:solidFill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8" name="Google Shape;148;p15"/>
          <p:cNvSpPr txBox="1"/>
          <p:nvPr/>
        </p:nvSpPr>
        <p:spPr>
          <a:xfrm>
            <a:off x="76200" y="0"/>
            <a:ext cx="1466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highlight>
                  <a:srgbClr val="FFFFFF"/>
                </a:highlight>
              </a:rPr>
              <a:t>Email: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</a:rPr>
              <a:t> &lt;&lt;email&gt;&gt;</a:t>
            </a:r>
            <a:endParaRPr sz="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highlight>
                  <a:srgbClr val="FFFFFF"/>
                </a:highlight>
              </a:rPr>
              <a:t>Date:</a:t>
            </a: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</a:rPr>
              <a:t> &lt;&lt;Timestamp&gt;&gt;</a:t>
            </a:r>
            <a:endParaRPr sz="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4631300" y="-27925"/>
            <a:ext cx="4540600" cy="2730650"/>
          </a:xfrm>
          <a:custGeom>
            <a:rect b="b" l="l" r="r" t="t"/>
            <a:pathLst>
              <a:path extrusionOk="0" h="109226" w="181624">
                <a:moveTo>
                  <a:pt x="128" y="84385"/>
                </a:moveTo>
                <a:lnTo>
                  <a:pt x="0" y="954"/>
                </a:lnTo>
                <a:lnTo>
                  <a:pt x="181624" y="0"/>
                </a:lnTo>
                <a:lnTo>
                  <a:pt x="180827" y="57434"/>
                </a:lnTo>
                <a:lnTo>
                  <a:pt x="38175" y="109226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0" name="Google Shape;150;p15"/>
          <p:cNvSpPr/>
          <p:nvPr/>
        </p:nvSpPr>
        <p:spPr>
          <a:xfrm>
            <a:off x="-13200" y="-27925"/>
            <a:ext cx="4644575" cy="2730650"/>
          </a:xfrm>
          <a:custGeom>
            <a:rect b="b" l="l" r="r" t="t"/>
            <a:pathLst>
              <a:path extrusionOk="0" h="109226" w="185783">
                <a:moveTo>
                  <a:pt x="185783" y="84223"/>
                </a:moveTo>
                <a:lnTo>
                  <a:pt x="185783" y="954"/>
                </a:lnTo>
                <a:lnTo>
                  <a:pt x="0" y="0"/>
                </a:lnTo>
                <a:lnTo>
                  <a:pt x="713" y="57212"/>
                </a:lnTo>
                <a:lnTo>
                  <a:pt x="146734" y="109226"/>
                </a:lnTo>
                <a:close/>
              </a:path>
            </a:pathLst>
          </a:custGeom>
          <a:solidFill>
            <a:srgbClr val="1C4587"/>
          </a:solidFill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1" name="Google Shape;151;p15"/>
          <p:cNvSpPr txBox="1"/>
          <p:nvPr/>
        </p:nvSpPr>
        <p:spPr>
          <a:xfrm>
            <a:off x="6125850" y="2407350"/>
            <a:ext cx="29355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Problem Statement:</a:t>
            </a:r>
            <a:r>
              <a:rPr lang="en" sz="800">
                <a:solidFill>
                  <a:srgbClr val="FFFFFF"/>
                </a:solidFill>
              </a:rPr>
              <a:t> </a:t>
            </a:r>
            <a:endParaRPr sz="8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</a:rPr>
              <a:t>&lt;&lt;Define your Problem Statement&gt;&gt;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2089975" y="3701775"/>
            <a:ext cx="4938700" cy="1524000"/>
          </a:xfrm>
          <a:custGeom>
            <a:rect b="b" l="l" r="r" t="t"/>
            <a:pathLst>
              <a:path extrusionOk="0" h="60960" w="197548">
                <a:moveTo>
                  <a:pt x="78105" y="191"/>
                </a:moveTo>
                <a:lnTo>
                  <a:pt x="124206" y="0"/>
                </a:lnTo>
                <a:lnTo>
                  <a:pt x="197548" y="60456"/>
                </a:lnTo>
                <a:lnTo>
                  <a:pt x="0" y="60960"/>
                </a:lnTo>
                <a:close/>
              </a:path>
            </a:pathLst>
          </a:custGeom>
          <a:solidFill>
            <a:srgbClr val="CC0000"/>
          </a:solidFill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3" name="Google Shape;153;p15"/>
          <p:cNvSpPr txBox="1"/>
          <p:nvPr/>
        </p:nvSpPr>
        <p:spPr>
          <a:xfrm>
            <a:off x="3962250" y="3706075"/>
            <a:ext cx="1327200" cy="18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Research Design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</a:rPr>
              <a:t>&lt;&lt;Define your Research Design&gt;&gt;</a:t>
            </a:r>
            <a:endParaRPr sz="7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3681001" y="2085761"/>
            <a:ext cx="1889700" cy="16203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66666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38125" y="2347925"/>
            <a:ext cx="26235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Personal Interests &amp; Goals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</a:rPr>
              <a:t>&lt;&lt;Define your Personal Interests and Goals&gt;&gt;</a:t>
            </a:r>
            <a:endParaRPr sz="7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128600" y="3882750"/>
            <a:ext cx="28329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Identity &amp; Positionality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</a:rPr>
              <a:t>&lt;&lt;Describe your positionality and worldview &gt;&gt;</a:t>
            </a:r>
            <a:endParaRPr sz="7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6457175" y="3938575"/>
            <a:ext cx="25047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Research Questions</a:t>
            </a:r>
            <a:endParaRPr b="1" sz="8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</a:rPr>
              <a:t>&lt;&lt;Define your Research Question/s&gt;&gt;</a:t>
            </a:r>
            <a:endParaRPr sz="7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3166300" y="-3450"/>
            <a:ext cx="2843200" cy="2095500"/>
          </a:xfrm>
          <a:custGeom>
            <a:rect b="b" l="l" r="r" t="t"/>
            <a:pathLst>
              <a:path extrusionOk="0" h="83820" w="113728">
                <a:moveTo>
                  <a:pt x="58483" y="83820"/>
                </a:moveTo>
                <a:lnTo>
                  <a:pt x="0" y="0"/>
                </a:lnTo>
                <a:lnTo>
                  <a:pt x="113728" y="0"/>
                </a:lnTo>
                <a:close/>
              </a:path>
            </a:pathLst>
          </a:custGeom>
          <a:solidFill>
            <a:srgbClr val="CFE2F3"/>
          </a:solidFill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9" name="Google Shape;159;p15"/>
          <p:cNvSpPr txBox="1"/>
          <p:nvPr/>
        </p:nvSpPr>
        <p:spPr>
          <a:xfrm>
            <a:off x="3607050" y="28600"/>
            <a:ext cx="20376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Gap/s Found:</a:t>
            </a:r>
            <a:r>
              <a:rPr lang="en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&lt;&lt;</a:t>
            </a:r>
            <a:r>
              <a:rPr lang="en" sz="700">
                <a:solidFill>
                  <a:schemeClr val="dk1"/>
                </a:solidFill>
              </a:rPr>
              <a:t>Gap/s found in the review of your topical research</a:t>
            </a:r>
            <a:r>
              <a:rPr lang="en" sz="700">
                <a:solidFill>
                  <a:schemeClr val="dk1"/>
                </a:solidFill>
              </a:rPr>
              <a:t>&gt;&gt;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38125" y="28575"/>
            <a:ext cx="1194600" cy="230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Topical Research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-13212" y="258700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</a:rPr>
              <a:t>&lt;&lt;Topic 1&gt;&gt;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352413" y="627175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</a:rPr>
              <a:t>&lt;&lt;Topic 2&gt;&gt;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783213" y="963488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</a:rPr>
              <a:t>&lt;&lt;Topic 3&gt;&gt;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480688" y="1303300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</a:rPr>
              <a:t>&lt;&lt;Topic 4&gt;&gt;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2146788" y="1773663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FFFF"/>
                </a:solidFill>
              </a:rPr>
              <a:t>&lt;&lt;Topic 5&gt;&gt;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7414775" y="28600"/>
            <a:ext cx="1676100" cy="230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Theoretical Frameworks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7048725" y="268600"/>
            <a:ext cx="2070600" cy="374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&lt;&lt;Theoretical Framework 1&gt;&gt;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6567700" y="609500"/>
            <a:ext cx="2070600" cy="354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&lt;&lt;Theoretical Framework 2&gt;&gt;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6229550" y="929200"/>
            <a:ext cx="2070600" cy="374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&lt;&lt;Theoretical Framework 3&gt;&gt;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5898925" y="1238825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&lt;&lt;Theoretical Framework 4&gt;&gt;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5186575" y="1632725"/>
            <a:ext cx="2070600" cy="393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&lt;&lt;Theoretical Framework 5&gt;&gt;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3125850" y="52257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073763"/>
                </a:solidFill>
              </a:rPr>
              <a:t>Conceptual Framework:  &lt;&lt;Name&gt;&gt;</a:t>
            </a:r>
            <a:endParaRPr b="1" sz="700">
              <a:solidFill>
                <a:srgbClr val="073763"/>
              </a:solidFill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1837100" y="5387900"/>
            <a:ext cx="17142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073763"/>
                </a:solidFill>
                <a:highlight>
                  <a:schemeClr val="lt1"/>
                </a:highlight>
              </a:rPr>
              <a:t>Email:</a:t>
            </a:r>
            <a:r>
              <a:rPr lang="en" sz="700">
                <a:solidFill>
                  <a:srgbClr val="073763"/>
                </a:solidFill>
                <a:highlight>
                  <a:schemeClr val="lt1"/>
                </a:highlight>
              </a:rPr>
              <a:t> &lt;&lt;email&gt;&gt;</a:t>
            </a:r>
            <a:endParaRPr sz="700">
              <a:solidFill>
                <a:srgbClr val="073763"/>
              </a:solidFill>
              <a:highlight>
                <a:schemeClr val="lt1"/>
              </a:highlight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5957125" y="5368100"/>
            <a:ext cx="1327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73763"/>
                </a:solidFill>
                <a:highlight>
                  <a:schemeClr val="lt1"/>
                </a:highlight>
              </a:rPr>
              <a:t>Date:</a:t>
            </a:r>
            <a:r>
              <a:rPr lang="en" sz="600">
                <a:solidFill>
                  <a:srgbClr val="073763"/>
                </a:solidFill>
                <a:highlight>
                  <a:schemeClr val="lt1"/>
                </a:highlight>
              </a:rPr>
              <a:t> &lt;&lt;Timestamp&gt;&gt;</a:t>
            </a:r>
            <a:endParaRPr sz="600">
              <a:solidFill>
                <a:srgbClr val="073763"/>
              </a:solidFill>
              <a:highlight>
                <a:schemeClr val="lt1"/>
              </a:highlight>
            </a:endParaRPr>
          </a:p>
        </p:txBody>
      </p:sp>
      <p:pic>
        <p:nvPicPr>
          <p:cNvPr id="175" name="Google Shape;1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4175" y="5291300"/>
            <a:ext cx="1327201" cy="369031"/>
          </a:xfrm>
          <a:prstGeom prst="rect">
            <a:avLst/>
          </a:prstGeom>
          <a:noFill/>
          <a:ln>
            <a:noFill/>
          </a:ln>
          <a:effectLst>
            <a:outerShdw rotWithShape="0" algn="bl" dir="360001" dist="9525">
              <a:srgbClr val="FFFFFF"/>
            </a:outerShdw>
          </a:effectLst>
        </p:spPr>
      </p:pic>
      <p:sp>
        <p:nvSpPr>
          <p:cNvPr id="176" name="Google Shape;176;p15"/>
          <p:cNvSpPr txBox="1"/>
          <p:nvPr/>
        </p:nvSpPr>
        <p:spPr>
          <a:xfrm>
            <a:off x="3881350" y="2383350"/>
            <a:ext cx="14664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lt1"/>
                </a:solidFill>
              </a:rPr>
              <a:t>Research Topic: </a:t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1"/>
                </a:solidFill>
              </a:rPr>
              <a:t>&lt;&lt;Define your research topic&gt;&gt;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54BA4557188643B077646120511000" ma:contentTypeVersion="13" ma:contentTypeDescription="Create a new document." ma:contentTypeScope="" ma:versionID="22978badb5bc0a510cebd68f4d6f757e">
  <xsd:schema xmlns:xsd="http://www.w3.org/2001/XMLSchema" xmlns:xs="http://www.w3.org/2001/XMLSchema" xmlns:p="http://schemas.microsoft.com/office/2006/metadata/properties" xmlns:ns2="e714e8bb-55a2-4088-93f3-0ad0537ec672" xmlns:ns3="13fb311a-1a33-4702-88f8-280086545f0a" targetNamespace="http://schemas.microsoft.com/office/2006/metadata/properties" ma:root="true" ma:fieldsID="47ab99adafd8fbacf444728a24e4c57d" ns2:_="" ns3:_="">
    <xsd:import namespace="e714e8bb-55a2-4088-93f3-0ad0537ec672"/>
    <xsd:import namespace="13fb311a-1a33-4702-88f8-280086545f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14e8bb-55a2-4088-93f3-0ad0537ec6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16867a8-d3dd-450c-8722-94d742a2ad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fb311a-1a33-4702-88f8-280086545f0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e7de2e8-346f-4462-8087-f5dbf10426b3}" ma:internalName="TaxCatchAll" ma:showField="CatchAllData" ma:web="13fb311a-1a33-4702-88f8-280086545f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14e8bb-55a2-4088-93f3-0ad0537ec672">
      <Terms xmlns="http://schemas.microsoft.com/office/infopath/2007/PartnerControls"/>
    </lcf76f155ced4ddcb4097134ff3c332f>
    <TaxCatchAll xmlns="13fb311a-1a33-4702-88f8-280086545f0a" xsi:nil="true"/>
  </documentManagement>
</p:properties>
</file>

<file path=customXml/itemProps1.xml><?xml version="1.0" encoding="utf-8"?>
<ds:datastoreItem xmlns:ds="http://schemas.openxmlformats.org/officeDocument/2006/customXml" ds:itemID="{F6844D1F-040D-4803-B497-A9DB18B4EA03}"/>
</file>

<file path=customXml/itemProps2.xml><?xml version="1.0" encoding="utf-8"?>
<ds:datastoreItem xmlns:ds="http://schemas.openxmlformats.org/officeDocument/2006/customXml" ds:itemID="{68AFC3AE-4419-41F3-80BC-ECE8CBF06284}"/>
</file>

<file path=customXml/itemProps3.xml><?xml version="1.0" encoding="utf-8"?>
<ds:datastoreItem xmlns:ds="http://schemas.openxmlformats.org/officeDocument/2006/customXml" ds:itemID="{AC3A0284-30B3-4CD5-9D13-A28563CBB228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0x010100D854BA4557188643B077646120511000</vt:lpwstr>
  </property>
</Properties>
</file>